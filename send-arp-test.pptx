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>
        <p:scale>
          <a:sx n="74" d="100"/>
          <a:sy n="74" d="100"/>
        </p:scale>
        <p:origin x="1239" y="519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750630747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4a:f1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4a:f1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1015401958"/>
              </p:ext>
            </p:extLst>
          </p:nvPr>
        </p:nvGraphicFramePr>
        <p:xfrm>
          <a:off x="3396343" y="3991427"/>
          <a:ext cx="6684282" cy="1463040"/>
        </p:xfrm>
        <a:graphic>
          <a:graphicData uri="http://schemas.openxmlformats.org/drawingml/2006/table">
            <a:tbl>
              <a:tblPr/>
              <a:tblGrid>
                <a:gridCol w="109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4a:f1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4a:f1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4a:f1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6d:64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4a:f1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10.11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396080" y="3684707"/>
            <a:ext cx="6667142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Arial"/>
              </a:rPr>
              <a:t>C2:2c:5c:f7:6d:64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172.20.10.1</a:t>
            </a: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Arial"/>
              </a:rPr>
              <a:t>A0::47:d7::d0:28:7d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172.20.10.10</a:t>
            </a: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Arial"/>
              </a:rPr>
              <a:t>90:</a:t>
            </a:r>
            <a:r>
              <a:rPr lang="en-US" altLang="ko-KR" dirty="0">
                <a:solidFill>
                  <a:srgbClr val="000000"/>
                </a:solidFill>
                <a:latin typeface="Arial"/>
              </a:rPr>
              <a:t>de:80:0e:4a:f1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172.20.10.11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1399</TotalTime>
  <Words>91</Words>
  <Application>Microsoft Office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rudy0</dc:creator>
  <dc:description/>
  <cp:lastModifiedBy>rudy0502@naver.com</cp:lastModifiedBy>
  <cp:revision>30</cp:revision>
  <dcterms:created xsi:type="dcterms:W3CDTF">2020-04-02T04:51:22Z</dcterms:created>
  <dcterms:modified xsi:type="dcterms:W3CDTF">2026-04-07T14:45:51Z</dcterms:modified>
  <dc:language>en-US</dc:language>
</cp:coreProperties>
</file>